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6" r:id="rId1"/>
  </p:sldMasterIdLst>
  <p:notesMasterIdLst>
    <p:notesMasterId r:id="rId11"/>
  </p:notesMasterIdLst>
  <p:sldIdLst>
    <p:sldId id="256" r:id="rId2"/>
    <p:sldId id="347" r:id="rId3"/>
    <p:sldId id="259" r:id="rId4"/>
    <p:sldId id="343" r:id="rId5"/>
    <p:sldId id="344" r:id="rId6"/>
    <p:sldId id="342" r:id="rId7"/>
    <p:sldId id="345" r:id="rId8"/>
    <p:sldId id="346" r:id="rId9"/>
    <p:sldId id="298" r:id="rId10"/>
  </p:sldIdLst>
  <p:sldSz cx="12192000" cy="6858000"/>
  <p:notesSz cx="6858000" cy="9144000"/>
  <p:embeddedFontLst>
    <p:embeddedFont>
      <p:font typeface="Tw Cen MT" panose="020B0602020104020603" pitchFamily="34" charset="0"/>
      <p:regular r:id="rId12"/>
      <p:bold r:id="rId13"/>
      <p:italic r:id="rId14"/>
      <p:boldItalic r:id="rId15"/>
    </p:embeddedFont>
    <p:embeddedFont>
      <p:font typeface="Tw Cen MT Condensed" panose="020B0606020104020203" pitchFamily="34" charset="0"/>
      <p:regular r:id="rId16"/>
      <p:bold r:id="rId17"/>
    </p:embeddedFont>
    <p:embeddedFont>
      <p:font typeface="Wingdings 3" panose="05040102010807070707" pitchFamily="18" charset="2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1DDB55-CAD6-4ACA-B19B-E4509626D408}" v="21" dt="2026-10-09T14:58:21.069"/>
  </p1510:revLst>
</p1510:revInfo>
</file>

<file path=ppt/tableStyles.xml><?xml version="1.0" encoding="utf-8"?>
<a:tblStyleLst xmlns:a="http://schemas.openxmlformats.org/drawingml/2006/main" def="{9252D4F1-00FF-4B38-BC4A-D6A9A0C36176}">
  <a:tblStyle styleId="{9252D4F1-00FF-4B38-BC4A-D6A9A0C3617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ktaheer697@gmail.com" userId="ae5f180e244c6615" providerId="LiveId" clId="{7D730278-AA67-4956-B7CD-E528BE627B92}"/>
    <pc:docChg chg="undo custSel addSld modSld">
      <pc:chgData name="sktaheer697@gmail.com" userId="ae5f180e244c6615" providerId="LiveId" clId="{7D730278-AA67-4956-B7CD-E528BE627B92}" dt="2026-10-15T03:54:00.137" v="154" actId="14100"/>
      <pc:docMkLst>
        <pc:docMk/>
      </pc:docMkLst>
      <pc:sldChg chg="addSp modSp mod">
        <pc:chgData name="sktaheer697@gmail.com" userId="ae5f180e244c6615" providerId="LiveId" clId="{7D730278-AA67-4956-B7CD-E528BE627B92}" dt="2026-10-15T03:54:00.137" v="154" actId="14100"/>
        <pc:sldMkLst>
          <pc:docMk/>
          <pc:sldMk cId="0" sldId="256"/>
        </pc:sldMkLst>
        <pc:spChg chg="mod">
          <ac:chgData name="sktaheer697@gmail.com" userId="ae5f180e244c6615" providerId="LiveId" clId="{7D730278-AA67-4956-B7CD-E528BE627B92}" dt="2026-10-15T03:53:53.318" v="152" actId="20577"/>
          <ac:spMkLst>
            <pc:docMk/>
            <pc:sldMk cId="0" sldId="256"/>
            <ac:spMk id="6" creationId="{E561463E-E7A6-B8A9-14A5-5F22BA572CB6}"/>
          </ac:spMkLst>
        </pc:spChg>
        <pc:spChg chg="mod">
          <ac:chgData name="sktaheer697@gmail.com" userId="ae5f180e244c6615" providerId="LiveId" clId="{7D730278-AA67-4956-B7CD-E528BE627B92}" dt="2026-10-15T03:53:49.817" v="151" actId="20577"/>
          <ac:spMkLst>
            <pc:docMk/>
            <pc:sldMk cId="0" sldId="256"/>
            <ac:spMk id="7" creationId="{36141E99-8908-ABF3-EFC6-E4FC4C465280}"/>
          </ac:spMkLst>
        </pc:spChg>
        <pc:spChg chg="mod">
          <ac:chgData name="sktaheer697@gmail.com" userId="ae5f180e244c6615" providerId="LiveId" clId="{7D730278-AA67-4956-B7CD-E528BE627B92}" dt="2026-10-15T03:53:40.506" v="147" actId="20577"/>
          <ac:spMkLst>
            <pc:docMk/>
            <pc:sldMk cId="0" sldId="256"/>
            <ac:spMk id="85" creationId="{00000000-0000-0000-0000-000000000000}"/>
          </ac:spMkLst>
        </pc:spChg>
        <pc:picChg chg="add mod">
          <ac:chgData name="sktaheer697@gmail.com" userId="ae5f180e244c6615" providerId="LiveId" clId="{7D730278-AA67-4956-B7CD-E528BE627B92}" dt="2026-10-15T03:54:00.137" v="154" actId="14100"/>
          <ac:picMkLst>
            <pc:docMk/>
            <pc:sldMk cId="0" sldId="256"/>
            <ac:picMk id="5" creationId="{4A4E66DB-B48E-E69B-7AEF-8D09977A00D7}"/>
          </ac:picMkLst>
        </pc:picChg>
      </pc:sldChg>
      <pc:sldChg chg="delSp modSp mod">
        <pc:chgData name="sktaheer697@gmail.com" userId="ae5f180e244c6615" providerId="LiveId" clId="{7D730278-AA67-4956-B7CD-E528BE627B92}" dt="2026-10-09T14:58:21.069" v="145" actId="1076"/>
        <pc:sldMkLst>
          <pc:docMk/>
          <pc:sldMk cId="0" sldId="259"/>
        </pc:sldMkLst>
        <pc:spChg chg="mod">
          <ac:chgData name="sktaheer697@gmail.com" userId="ae5f180e244c6615" providerId="LiveId" clId="{7D730278-AA67-4956-B7CD-E528BE627B92}" dt="2026-10-09T14:58:21.069" v="145" actId="1076"/>
          <ac:spMkLst>
            <pc:docMk/>
            <pc:sldMk cId="0" sldId="259"/>
            <ac:spMk id="5" creationId="{E6918987-0A11-3796-8469-EB9F1CD5C0E0}"/>
          </ac:spMkLst>
        </pc:spChg>
        <pc:spChg chg="mod">
          <ac:chgData name="sktaheer697@gmail.com" userId="ae5f180e244c6615" providerId="LiveId" clId="{7D730278-AA67-4956-B7CD-E528BE627B92}" dt="2026-10-09T14:31:50.178" v="23" actId="20577"/>
          <ac:spMkLst>
            <pc:docMk/>
            <pc:sldMk cId="0" sldId="259"/>
            <ac:spMk id="149" creationId="{00000000-0000-0000-0000-000000000000}"/>
          </ac:spMkLst>
        </pc:spChg>
        <pc:picChg chg="mod">
          <ac:chgData name="sktaheer697@gmail.com" userId="ae5f180e244c6615" providerId="LiveId" clId="{7D730278-AA67-4956-B7CD-E528BE627B92}" dt="2026-10-09T14:31:14.922" v="17" actId="1076"/>
          <ac:picMkLst>
            <pc:docMk/>
            <pc:sldMk cId="0" sldId="259"/>
            <ac:picMk id="142" creationId="{00000000-0000-0000-0000-000000000000}"/>
          </ac:picMkLst>
        </pc:picChg>
      </pc:sldChg>
      <pc:sldChg chg="addSp delSp modSp mod">
        <pc:chgData name="sktaheer697@gmail.com" userId="ae5f180e244c6615" providerId="LiveId" clId="{7D730278-AA67-4956-B7CD-E528BE627B92}" dt="2026-10-09T14:54:10.124" v="115"/>
        <pc:sldMkLst>
          <pc:docMk/>
          <pc:sldMk cId="678182301" sldId="342"/>
        </pc:sldMkLst>
        <pc:spChg chg="mod">
          <ac:chgData name="sktaheer697@gmail.com" userId="ae5f180e244c6615" providerId="LiveId" clId="{7D730278-AA67-4956-B7CD-E528BE627B92}" dt="2026-10-09T14:39:39.484" v="79" actId="20577"/>
          <ac:spMkLst>
            <pc:docMk/>
            <pc:sldMk cId="678182301" sldId="342"/>
            <ac:spMk id="149" creationId="{F0BA8A38-4C48-9D59-53F2-21E75B8798A4}"/>
          </ac:spMkLst>
        </pc:spChg>
        <pc:picChg chg="add mod">
          <ac:chgData name="sktaheer697@gmail.com" userId="ae5f180e244c6615" providerId="LiveId" clId="{7D730278-AA67-4956-B7CD-E528BE627B92}" dt="2026-10-09T14:54:08.973" v="113" actId="14100"/>
          <ac:picMkLst>
            <pc:docMk/>
            <pc:sldMk cId="678182301" sldId="342"/>
            <ac:picMk id="8" creationId="{38858831-9E41-3F38-26F0-ACF18921943F}"/>
          </ac:picMkLst>
        </pc:picChg>
      </pc:sldChg>
      <pc:sldChg chg="addSp delSp modSp mod">
        <pc:chgData name="sktaheer697@gmail.com" userId="ae5f180e244c6615" providerId="LiveId" clId="{7D730278-AA67-4956-B7CD-E528BE627B92}" dt="2026-10-09T14:35:01.743" v="45" actId="14100"/>
        <pc:sldMkLst>
          <pc:docMk/>
          <pc:sldMk cId="3131433280" sldId="343"/>
        </pc:sldMkLst>
        <pc:spChg chg="mod">
          <ac:chgData name="sktaheer697@gmail.com" userId="ae5f180e244c6615" providerId="LiveId" clId="{7D730278-AA67-4956-B7CD-E528BE627B92}" dt="2026-10-09T14:33:44.558" v="37" actId="2710"/>
          <ac:spMkLst>
            <pc:docMk/>
            <pc:sldMk cId="3131433280" sldId="343"/>
            <ac:spMk id="7" creationId="{4ADEE2C1-5694-3497-B5CA-E2C1DBC4E8B4}"/>
          </ac:spMkLst>
        </pc:spChg>
        <pc:picChg chg="add mod">
          <ac:chgData name="sktaheer697@gmail.com" userId="ae5f180e244c6615" providerId="LiveId" clId="{7D730278-AA67-4956-B7CD-E528BE627B92}" dt="2026-10-09T14:35:01.743" v="45" actId="14100"/>
          <ac:picMkLst>
            <pc:docMk/>
            <pc:sldMk cId="3131433280" sldId="343"/>
            <ac:picMk id="9" creationId="{7B4D7D82-B719-633F-A7DB-B20867BB197A}"/>
          </ac:picMkLst>
        </pc:picChg>
        <pc:picChg chg="mod">
          <ac:chgData name="sktaheer697@gmail.com" userId="ae5f180e244c6615" providerId="LiveId" clId="{7D730278-AA67-4956-B7CD-E528BE627B92}" dt="2026-10-09T14:32:55.558" v="29" actId="1076"/>
          <ac:picMkLst>
            <pc:docMk/>
            <pc:sldMk cId="3131433280" sldId="343"/>
            <ac:picMk id="142" creationId="{79A10CE1-12EF-AEA5-8C0A-3355E74F4C2B}"/>
          </ac:picMkLst>
        </pc:picChg>
      </pc:sldChg>
      <pc:sldChg chg="delSp modSp add mod">
        <pc:chgData name="sktaheer697@gmail.com" userId="ae5f180e244c6615" providerId="LiveId" clId="{7D730278-AA67-4956-B7CD-E528BE627B92}" dt="2026-10-09T14:37:24.803" v="63"/>
        <pc:sldMkLst>
          <pc:docMk/>
          <pc:sldMk cId="1929081885" sldId="344"/>
        </pc:sldMkLst>
        <pc:spChg chg="mod">
          <ac:chgData name="sktaheer697@gmail.com" userId="ae5f180e244c6615" providerId="LiveId" clId="{7D730278-AA67-4956-B7CD-E528BE627B92}" dt="2026-10-09T14:36:39.361" v="60" actId="1076"/>
          <ac:spMkLst>
            <pc:docMk/>
            <pc:sldMk cId="1929081885" sldId="344"/>
            <ac:spMk id="7" creationId="{F19B9DEF-1F75-EA0E-4701-7B833D8F7BE2}"/>
          </ac:spMkLst>
        </pc:spChg>
        <pc:picChg chg="mod">
          <ac:chgData name="sktaheer697@gmail.com" userId="ae5f180e244c6615" providerId="LiveId" clId="{7D730278-AA67-4956-B7CD-E528BE627B92}" dt="2026-10-09T14:36:01.635" v="51" actId="14100"/>
          <ac:picMkLst>
            <pc:docMk/>
            <pc:sldMk cId="1929081885" sldId="344"/>
            <ac:picMk id="9" creationId="{E04A6110-FEF3-7628-956C-873D55A3057D}"/>
          </ac:picMkLst>
        </pc:picChg>
        <pc:picChg chg="mod">
          <ac:chgData name="sktaheer697@gmail.com" userId="ae5f180e244c6615" providerId="LiveId" clId="{7D730278-AA67-4956-B7CD-E528BE627B92}" dt="2026-10-09T14:36:35.609" v="59" actId="1076"/>
          <ac:picMkLst>
            <pc:docMk/>
            <pc:sldMk cId="1929081885" sldId="344"/>
            <ac:picMk id="142" creationId="{A7D02D26-F48C-BD11-A8F0-D65F2FF60DD1}"/>
          </ac:picMkLst>
        </pc:picChg>
      </pc:sldChg>
      <pc:sldChg chg="addSp modSp add mod">
        <pc:chgData name="sktaheer697@gmail.com" userId="ae5f180e244c6615" providerId="LiveId" clId="{7D730278-AA67-4956-B7CD-E528BE627B92}" dt="2026-10-09T14:44:54.070" v="103" actId="1076"/>
        <pc:sldMkLst>
          <pc:docMk/>
          <pc:sldMk cId="3356771297" sldId="345"/>
        </pc:sldMkLst>
        <pc:spChg chg="mod">
          <ac:chgData name="sktaheer697@gmail.com" userId="ae5f180e244c6615" providerId="LiveId" clId="{7D730278-AA67-4956-B7CD-E528BE627B92}" dt="2026-10-09T14:44:19.080" v="97" actId="20577"/>
          <ac:spMkLst>
            <pc:docMk/>
            <pc:sldMk cId="3356771297" sldId="345"/>
            <ac:spMk id="7" creationId="{9598D0E9-E0EC-5F83-AD6A-DF632D34ECE1}"/>
          </ac:spMkLst>
        </pc:spChg>
        <pc:spChg chg="mod">
          <ac:chgData name="sktaheer697@gmail.com" userId="ae5f180e244c6615" providerId="LiveId" clId="{7D730278-AA67-4956-B7CD-E528BE627B92}" dt="2026-10-09T14:41:36.196" v="83" actId="207"/>
          <ac:spMkLst>
            <pc:docMk/>
            <pc:sldMk cId="3356771297" sldId="345"/>
            <ac:spMk id="149" creationId="{0C29F8AA-AB52-F3B8-8926-9EA2776CB061}"/>
          </ac:spMkLst>
        </pc:spChg>
        <pc:picChg chg="add mod">
          <ac:chgData name="sktaheer697@gmail.com" userId="ae5f180e244c6615" providerId="LiveId" clId="{7D730278-AA67-4956-B7CD-E528BE627B92}" dt="2026-10-09T14:44:54.070" v="103" actId="1076"/>
          <ac:picMkLst>
            <pc:docMk/>
            <pc:sldMk cId="3356771297" sldId="345"/>
            <ac:picMk id="5" creationId="{880757F5-521C-0F37-B69E-373F39EFE795}"/>
          </ac:picMkLst>
        </pc:picChg>
      </pc:sldChg>
      <pc:sldChg chg="delSp modSp add mod">
        <pc:chgData name="sktaheer697@gmail.com" userId="ae5f180e244c6615" providerId="LiveId" clId="{7D730278-AA67-4956-B7CD-E528BE627B92}" dt="2026-10-09T14:57:47.530" v="142" actId="1076"/>
        <pc:sldMkLst>
          <pc:docMk/>
          <pc:sldMk cId="1956334470" sldId="346"/>
        </pc:sldMkLst>
        <pc:spChg chg="mod">
          <ac:chgData name="sktaheer697@gmail.com" userId="ae5f180e244c6615" providerId="LiveId" clId="{7D730278-AA67-4956-B7CD-E528BE627B92}" dt="2026-10-09T14:57:47.530" v="142" actId="1076"/>
          <ac:spMkLst>
            <pc:docMk/>
            <pc:sldMk cId="1956334470" sldId="346"/>
            <ac:spMk id="7" creationId="{54A9F1D4-F542-D30C-C25B-B957C7E6A4F7}"/>
          </ac:spMkLst>
        </pc:spChg>
        <pc:spChg chg="mod">
          <ac:chgData name="sktaheer697@gmail.com" userId="ae5f180e244c6615" providerId="LiveId" clId="{7D730278-AA67-4956-B7CD-E528BE627B92}" dt="2026-10-09T14:56:18.576" v="137" actId="20577"/>
          <ac:spMkLst>
            <pc:docMk/>
            <pc:sldMk cId="1956334470" sldId="346"/>
            <ac:spMk id="149" creationId="{CB7B60C4-39C7-8066-1EB2-6A32ADB7CBF7}"/>
          </ac:spMkLst>
        </pc:spChg>
        <pc:picChg chg="mod">
          <ac:chgData name="sktaheer697@gmail.com" userId="ae5f180e244c6615" providerId="LiveId" clId="{7D730278-AA67-4956-B7CD-E528BE627B92}" dt="2026-10-09T14:55:55.394" v="123" actId="1076"/>
          <ac:picMkLst>
            <pc:docMk/>
            <pc:sldMk cId="1956334470" sldId="346"/>
            <ac:picMk id="142" creationId="{577204C0-2B6A-2682-DCAA-84859F17640C}"/>
          </ac:picMkLst>
        </pc:picChg>
      </pc:sldChg>
      <pc:sldChg chg="add">
        <pc:chgData name="sktaheer697@gmail.com" userId="ae5f180e244c6615" providerId="LiveId" clId="{7D730278-AA67-4956-B7CD-E528BE627B92}" dt="2026-10-15T03:53:27.493" v="146" actId="2890"/>
        <pc:sldMkLst>
          <pc:docMk/>
          <pc:sldMk cId="957139948" sldId="3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C59CEFF1-F767-3A56-8CAF-3027F3BAA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7C96D82F-CCB0-55FF-5015-B2AFF8D0D8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DE4DE967-B6E3-C280-0E33-33A5ABBF8C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6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E36A25D3-DF4B-4324-9B6D-A0FA8007D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>
            <a:extLst>
              <a:ext uri="{FF2B5EF4-FFF2-40B4-BE49-F238E27FC236}">
                <a16:creationId xmlns:a16="http://schemas.microsoft.com/office/drawing/2014/main" id="{B694DEE0-A8F8-5F2B-69C7-6621B72D37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>
            <a:extLst>
              <a:ext uri="{FF2B5EF4-FFF2-40B4-BE49-F238E27FC236}">
                <a16:creationId xmlns:a16="http://schemas.microsoft.com/office/drawing/2014/main" id="{34E0A641-6844-24D7-DCB4-4C1D15E9C2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20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5FCE7954-CBE0-822F-E430-86B53EF5C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>
            <a:extLst>
              <a:ext uri="{FF2B5EF4-FFF2-40B4-BE49-F238E27FC236}">
                <a16:creationId xmlns:a16="http://schemas.microsoft.com/office/drawing/2014/main" id="{3B86FBC3-BE8C-621C-8ECC-1E8F23B1E9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>
            <a:extLst>
              <a:ext uri="{FF2B5EF4-FFF2-40B4-BE49-F238E27FC236}">
                <a16:creationId xmlns:a16="http://schemas.microsoft.com/office/drawing/2014/main" id="{454A8C79-AFF8-4BDF-19D2-A7DD2DF06C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78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6F7CB59F-CB9D-AB24-4507-072F2C124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>
            <a:extLst>
              <a:ext uri="{FF2B5EF4-FFF2-40B4-BE49-F238E27FC236}">
                <a16:creationId xmlns:a16="http://schemas.microsoft.com/office/drawing/2014/main" id="{6B8BEB4F-FF0C-0D37-B138-025506B150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>
            <a:extLst>
              <a:ext uri="{FF2B5EF4-FFF2-40B4-BE49-F238E27FC236}">
                <a16:creationId xmlns:a16="http://schemas.microsoft.com/office/drawing/2014/main" id="{CFD373D6-006B-2AAB-ABC7-E797B6A414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342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F928A28D-1D44-A7D4-C7EB-B8E318690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>
            <a:extLst>
              <a:ext uri="{FF2B5EF4-FFF2-40B4-BE49-F238E27FC236}">
                <a16:creationId xmlns:a16="http://schemas.microsoft.com/office/drawing/2014/main" id="{B2C3959D-404A-9BE0-ED5F-C252E2758B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>
            <a:extLst>
              <a:ext uri="{FF2B5EF4-FFF2-40B4-BE49-F238E27FC236}">
                <a16:creationId xmlns:a16="http://schemas.microsoft.com/office/drawing/2014/main" id="{55801064-640C-77BA-8449-3DBCBA835C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763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106ACB80-CA92-9186-F5B5-E553B54BC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>
            <a:extLst>
              <a:ext uri="{FF2B5EF4-FFF2-40B4-BE49-F238E27FC236}">
                <a16:creationId xmlns:a16="http://schemas.microsoft.com/office/drawing/2014/main" id="{E0E7FDFE-BC01-4272-0A43-B2B4CFC8F6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>
            <a:extLst>
              <a:ext uri="{FF2B5EF4-FFF2-40B4-BE49-F238E27FC236}">
                <a16:creationId xmlns:a16="http://schemas.microsoft.com/office/drawing/2014/main" id="{4B9F3D98-8E61-E266-E488-5061E6BCC1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16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109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361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19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041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260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416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586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254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76805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66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186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220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884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4268" y="2172549"/>
            <a:ext cx="1186497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endParaRPr lang="en-US" sz="3600" b="1" spc="-272" dirty="0">
              <a:solidFill>
                <a:srgbClr val="FF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086100" y="2428875"/>
            <a:ext cx="60198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1360995" y="2685083"/>
            <a:ext cx="60198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086100" y="3598336"/>
            <a:ext cx="60198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086100" y="4451895"/>
            <a:ext cx="60198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086100" y="4964310"/>
            <a:ext cx="60198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Freeform 10">
            <a:extLst>
              <a:ext uri="{FF2B5EF4-FFF2-40B4-BE49-F238E27FC236}">
                <a16:creationId xmlns:a16="http://schemas.microsoft.com/office/drawing/2014/main" id="{BAF2E57E-B261-2123-4E7E-8735D923216C}"/>
              </a:ext>
            </a:extLst>
          </p:cNvPr>
          <p:cNvSpPr/>
          <p:nvPr/>
        </p:nvSpPr>
        <p:spPr>
          <a:xfrm>
            <a:off x="167640" y="190500"/>
            <a:ext cx="3611880" cy="1047750"/>
          </a:xfrm>
          <a:custGeom>
            <a:avLst/>
            <a:gdLst/>
            <a:ahLst/>
            <a:cxnLst/>
            <a:rect l="l" t="t" r="r" b="b"/>
            <a:pathLst>
              <a:path w="6078191" h="1644838">
                <a:moveTo>
                  <a:pt x="0" y="0"/>
                </a:moveTo>
                <a:lnTo>
                  <a:pt x="6078191" y="0"/>
                </a:lnTo>
                <a:lnTo>
                  <a:pt x="6078191" y="1644838"/>
                </a:lnTo>
                <a:lnTo>
                  <a:pt x="0" y="16448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11">
            <a:extLst>
              <a:ext uri="{FF2B5EF4-FFF2-40B4-BE49-F238E27FC236}">
                <a16:creationId xmlns:a16="http://schemas.microsoft.com/office/drawing/2014/main" id="{ED441AD1-4E70-B4F8-E783-4CBF5758F019}"/>
              </a:ext>
            </a:extLst>
          </p:cNvPr>
          <p:cNvSpPr/>
          <p:nvPr/>
        </p:nvSpPr>
        <p:spPr>
          <a:xfrm>
            <a:off x="7802880" y="190500"/>
            <a:ext cx="4221480" cy="1047750"/>
          </a:xfrm>
          <a:custGeom>
            <a:avLst/>
            <a:gdLst/>
            <a:ahLst/>
            <a:cxnLst/>
            <a:rect l="l" t="t" r="r" b="b"/>
            <a:pathLst>
              <a:path w="6695160" h="1457450">
                <a:moveTo>
                  <a:pt x="0" y="0"/>
                </a:moveTo>
                <a:lnTo>
                  <a:pt x="6695160" y="0"/>
                </a:lnTo>
                <a:lnTo>
                  <a:pt x="6695160" y="1457449"/>
                </a:lnTo>
                <a:lnTo>
                  <a:pt x="0" y="14574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1463E-E7A6-B8A9-14A5-5F22BA572CB6}"/>
              </a:ext>
            </a:extLst>
          </p:cNvPr>
          <p:cNvSpPr txBox="1"/>
          <p:nvPr/>
        </p:nvSpPr>
        <p:spPr>
          <a:xfrm>
            <a:off x="7723326" y="4077275"/>
            <a:ext cx="4451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125" lvl="1">
              <a:spcBef>
                <a:spcPts val="550"/>
              </a:spcBef>
            </a:pPr>
            <a:r>
              <a:rPr lang="en-US" sz="2400" b="1" dirty="0">
                <a:solidFill>
                  <a:schemeClr val="accent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Presented By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141E99-8908-ABF3-EFC6-E4FC4C465280}"/>
              </a:ext>
            </a:extLst>
          </p:cNvPr>
          <p:cNvSpPr txBox="1"/>
          <p:nvPr/>
        </p:nvSpPr>
        <p:spPr>
          <a:xfrm>
            <a:off x="0" y="4685451"/>
            <a:ext cx="63073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125" lvl="1">
              <a:spcBef>
                <a:spcPts val="550"/>
              </a:spcBef>
            </a:pPr>
            <a:endParaRPr lang="en-US" sz="2000" dirty="0">
              <a:solidFill>
                <a:srgbClr val="00206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sp>
        <p:nvSpPr>
          <p:cNvPr id="8" name="Freeform 29">
            <a:extLst>
              <a:ext uri="{FF2B5EF4-FFF2-40B4-BE49-F238E27FC236}">
                <a16:creationId xmlns:a16="http://schemas.microsoft.com/office/drawing/2014/main" id="{C1F1FE49-0E0A-4E0D-F019-F4439404340B}"/>
              </a:ext>
            </a:extLst>
          </p:cNvPr>
          <p:cNvSpPr/>
          <p:nvPr/>
        </p:nvSpPr>
        <p:spPr>
          <a:xfrm>
            <a:off x="3957511" y="1625936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4E66DB-B48E-E69B-7AEF-8D09977A00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1355792"/>
            <a:ext cx="11073384" cy="54429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B525DB7C-349D-2B4B-33E9-7B3E40EC3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9CBEC9F4-227B-C43B-D6E1-B0389F48D6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884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38D7D03C-4407-AD42-AD5D-92B5870FFB8C}"/>
              </a:ext>
            </a:extLst>
          </p:cNvPr>
          <p:cNvSpPr txBox="1"/>
          <p:nvPr/>
        </p:nvSpPr>
        <p:spPr>
          <a:xfrm>
            <a:off x="94268" y="2172549"/>
            <a:ext cx="1186497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vs Cloud Computing: </a:t>
            </a:r>
          </a:p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Computing Paradigm</a:t>
            </a:r>
            <a:endParaRPr lang="en-US" sz="3600" b="1" spc="-272" dirty="0">
              <a:solidFill>
                <a:srgbClr val="FF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86" name="Google Shape;86;p13">
            <a:extLst>
              <a:ext uri="{FF2B5EF4-FFF2-40B4-BE49-F238E27FC236}">
                <a16:creationId xmlns:a16="http://schemas.microsoft.com/office/drawing/2014/main" id="{75DDC1B5-ACBA-D608-4C53-30BBA5A9F315}"/>
              </a:ext>
            </a:extLst>
          </p:cNvPr>
          <p:cNvSpPr txBox="1"/>
          <p:nvPr/>
        </p:nvSpPr>
        <p:spPr>
          <a:xfrm>
            <a:off x="3086100" y="2428875"/>
            <a:ext cx="60198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44AFB6B8-4416-2B58-6E3F-6A5DEAC87BE1}"/>
              </a:ext>
            </a:extLst>
          </p:cNvPr>
          <p:cNvSpPr txBox="1"/>
          <p:nvPr/>
        </p:nvSpPr>
        <p:spPr>
          <a:xfrm>
            <a:off x="1360995" y="2685083"/>
            <a:ext cx="60198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FF6411CC-9FB9-8E79-9CA2-A479940093E5}"/>
              </a:ext>
            </a:extLst>
          </p:cNvPr>
          <p:cNvSpPr txBox="1"/>
          <p:nvPr/>
        </p:nvSpPr>
        <p:spPr>
          <a:xfrm>
            <a:off x="3086100" y="3598336"/>
            <a:ext cx="60198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4738E90C-3A7A-B381-41E8-786E5A0A5395}"/>
              </a:ext>
            </a:extLst>
          </p:cNvPr>
          <p:cNvSpPr txBox="1"/>
          <p:nvPr/>
        </p:nvSpPr>
        <p:spPr>
          <a:xfrm>
            <a:off x="3086100" y="4451895"/>
            <a:ext cx="60198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A56502CE-3E7E-814C-DCD3-FB50C5AF0B1F}"/>
              </a:ext>
            </a:extLst>
          </p:cNvPr>
          <p:cNvSpPr txBox="1"/>
          <p:nvPr/>
        </p:nvSpPr>
        <p:spPr>
          <a:xfrm>
            <a:off x="3086100" y="4964310"/>
            <a:ext cx="60198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Freeform 10">
            <a:extLst>
              <a:ext uri="{FF2B5EF4-FFF2-40B4-BE49-F238E27FC236}">
                <a16:creationId xmlns:a16="http://schemas.microsoft.com/office/drawing/2014/main" id="{D9AEB8D6-8CD7-95D0-FCCA-01747AE1EDE4}"/>
              </a:ext>
            </a:extLst>
          </p:cNvPr>
          <p:cNvSpPr/>
          <p:nvPr/>
        </p:nvSpPr>
        <p:spPr>
          <a:xfrm>
            <a:off x="167640" y="190500"/>
            <a:ext cx="3611880" cy="1047750"/>
          </a:xfrm>
          <a:custGeom>
            <a:avLst/>
            <a:gdLst/>
            <a:ahLst/>
            <a:cxnLst/>
            <a:rect l="l" t="t" r="r" b="b"/>
            <a:pathLst>
              <a:path w="6078191" h="1644838">
                <a:moveTo>
                  <a:pt x="0" y="0"/>
                </a:moveTo>
                <a:lnTo>
                  <a:pt x="6078191" y="0"/>
                </a:lnTo>
                <a:lnTo>
                  <a:pt x="6078191" y="1644838"/>
                </a:lnTo>
                <a:lnTo>
                  <a:pt x="0" y="16448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11">
            <a:extLst>
              <a:ext uri="{FF2B5EF4-FFF2-40B4-BE49-F238E27FC236}">
                <a16:creationId xmlns:a16="http://schemas.microsoft.com/office/drawing/2014/main" id="{5FD73524-8975-B7BD-E5A3-91B14D380BC0}"/>
              </a:ext>
            </a:extLst>
          </p:cNvPr>
          <p:cNvSpPr/>
          <p:nvPr/>
        </p:nvSpPr>
        <p:spPr>
          <a:xfrm>
            <a:off x="7802880" y="190500"/>
            <a:ext cx="4221480" cy="1047750"/>
          </a:xfrm>
          <a:custGeom>
            <a:avLst/>
            <a:gdLst/>
            <a:ahLst/>
            <a:cxnLst/>
            <a:rect l="l" t="t" r="r" b="b"/>
            <a:pathLst>
              <a:path w="6695160" h="1457450">
                <a:moveTo>
                  <a:pt x="0" y="0"/>
                </a:moveTo>
                <a:lnTo>
                  <a:pt x="6695160" y="0"/>
                </a:lnTo>
                <a:lnTo>
                  <a:pt x="6695160" y="1457449"/>
                </a:lnTo>
                <a:lnTo>
                  <a:pt x="0" y="14574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6F096B-9241-18F2-8B4F-8A9E4E66B65C}"/>
              </a:ext>
            </a:extLst>
          </p:cNvPr>
          <p:cNvSpPr txBox="1"/>
          <p:nvPr/>
        </p:nvSpPr>
        <p:spPr>
          <a:xfrm>
            <a:off x="7723326" y="4077275"/>
            <a:ext cx="4451212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125" lvl="1">
              <a:spcBef>
                <a:spcPts val="550"/>
              </a:spcBef>
            </a:pPr>
            <a:r>
              <a:rPr lang="en-US" sz="2400" b="1" dirty="0">
                <a:solidFill>
                  <a:schemeClr val="accent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Presented By</a:t>
            </a:r>
          </a:p>
          <a:p>
            <a:pPr marL="365125" lvl="1">
              <a:spcBef>
                <a:spcPts val="550"/>
              </a:spcBef>
            </a:pPr>
            <a:r>
              <a:rPr lang="en-US" sz="2000" dirty="0">
                <a:solidFill>
                  <a:srgbClr val="0020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Shaik Thaheer (192425347)</a:t>
            </a:r>
          </a:p>
          <a:p>
            <a:pPr marL="365125" lvl="1">
              <a:spcBef>
                <a:spcPts val="550"/>
              </a:spcBef>
            </a:pPr>
            <a:r>
              <a:rPr lang="en-US" sz="2000" dirty="0">
                <a:solidFill>
                  <a:srgbClr val="0020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AI&amp;ML</a:t>
            </a:r>
          </a:p>
          <a:p>
            <a:pPr marL="365125" lvl="1">
              <a:spcBef>
                <a:spcPts val="550"/>
              </a:spcBef>
            </a:pPr>
            <a:r>
              <a:rPr lang="en-US" sz="2000" dirty="0">
                <a:solidFill>
                  <a:srgbClr val="0020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SIMATS 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30F54D-224F-FF55-1BE0-71F39A013A00}"/>
              </a:ext>
            </a:extLst>
          </p:cNvPr>
          <p:cNvSpPr txBox="1"/>
          <p:nvPr/>
        </p:nvSpPr>
        <p:spPr>
          <a:xfrm>
            <a:off x="0" y="4685451"/>
            <a:ext cx="630739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125" lvl="1">
              <a:spcBef>
                <a:spcPts val="550"/>
              </a:spcBef>
            </a:pPr>
            <a:r>
              <a:rPr lang="en-US" sz="2400" b="1" dirty="0">
                <a:solidFill>
                  <a:schemeClr val="accent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Supervisors		</a:t>
            </a:r>
          </a:p>
          <a:p>
            <a:pPr marL="365125" lvl="1">
              <a:spcBef>
                <a:spcPts val="55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BOOMIJA M D</a:t>
            </a:r>
          </a:p>
          <a:p>
            <a:pPr marL="365125" lvl="1">
              <a:spcBef>
                <a:spcPts val="550"/>
              </a:spcBef>
            </a:pPr>
            <a:r>
              <a:rPr lang="en-US" sz="2000" dirty="0">
                <a:solidFill>
                  <a:srgbClr val="0020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SIMATS Engineering</a:t>
            </a:r>
          </a:p>
          <a:p>
            <a:pPr marL="365125" lvl="1">
              <a:spcBef>
                <a:spcPts val="550"/>
              </a:spcBef>
            </a:pPr>
            <a:r>
              <a:rPr lang="en-US" sz="2000" dirty="0">
                <a:solidFill>
                  <a:srgbClr val="0020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Chennai </a:t>
            </a:r>
          </a:p>
        </p:txBody>
      </p:sp>
      <p:sp>
        <p:nvSpPr>
          <p:cNvPr id="8" name="Freeform 29">
            <a:extLst>
              <a:ext uri="{FF2B5EF4-FFF2-40B4-BE49-F238E27FC236}">
                <a16:creationId xmlns:a16="http://schemas.microsoft.com/office/drawing/2014/main" id="{D2B1D0C0-5CFA-83DA-8564-80545AD96280}"/>
              </a:ext>
            </a:extLst>
          </p:cNvPr>
          <p:cNvSpPr/>
          <p:nvPr/>
        </p:nvSpPr>
        <p:spPr>
          <a:xfrm>
            <a:off x="3957511" y="1625936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139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579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301579" y="440234"/>
            <a:ext cx="922698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 18">
            <a:extLst>
              <a:ext uri="{FF2B5EF4-FFF2-40B4-BE49-F238E27FC236}">
                <a16:creationId xmlns:a16="http://schemas.microsoft.com/office/drawing/2014/main" id="{8295F853-D87F-94B5-7971-14C0C99E1E81}"/>
              </a:ext>
            </a:extLst>
          </p:cNvPr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>
            <a:extLst>
              <a:ext uri="{FF2B5EF4-FFF2-40B4-BE49-F238E27FC236}">
                <a16:creationId xmlns:a16="http://schemas.microsoft.com/office/drawing/2014/main" id="{78D74018-0542-95FB-C987-551B29A49FA8}"/>
              </a:ext>
            </a:extLst>
          </p:cNvPr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>
            <a:extLst>
              <a:ext uri="{FF2B5EF4-FFF2-40B4-BE49-F238E27FC236}">
                <a16:creationId xmlns:a16="http://schemas.microsoft.com/office/drawing/2014/main" id="{F7146003-7836-B5FD-BC3D-F612AA23D800}"/>
              </a:ext>
            </a:extLst>
          </p:cNvPr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6918987-0A11-3796-8469-EB9F1CD5C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645" y="1940303"/>
            <a:ext cx="10538460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concepts of Edge Computing and Cloud Computing.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their architecture, working principles, advantages, and limitations.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real-world applications of both computing paradigms.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right computing approach based on latency, connectivity, storage, and performance requirements.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B45F164A-F738-0B94-EDBB-DE9D4913F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>
            <a:extLst>
              <a:ext uri="{FF2B5EF4-FFF2-40B4-BE49-F238E27FC236}">
                <a16:creationId xmlns:a16="http://schemas.microsoft.com/office/drawing/2014/main" id="{79A10CE1-12EF-AEA5-8C0A-3355E74F4C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565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>
            <a:extLst>
              <a:ext uri="{FF2B5EF4-FFF2-40B4-BE49-F238E27FC236}">
                <a16:creationId xmlns:a16="http://schemas.microsoft.com/office/drawing/2014/main" id="{13943E9E-BD92-D544-0BCC-C7B478FE3F2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>
            <a:extLst>
              <a:ext uri="{FF2B5EF4-FFF2-40B4-BE49-F238E27FC236}">
                <a16:creationId xmlns:a16="http://schemas.microsoft.com/office/drawing/2014/main" id="{D9F2E0EF-CA16-295B-A6AA-B9928AAFB028}"/>
              </a:ext>
            </a:extLst>
          </p:cNvPr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/>
          </a:p>
        </p:txBody>
      </p:sp>
      <p:sp>
        <p:nvSpPr>
          <p:cNvPr id="149" name="Google Shape;149;p16">
            <a:extLst>
              <a:ext uri="{FF2B5EF4-FFF2-40B4-BE49-F238E27FC236}">
                <a16:creationId xmlns:a16="http://schemas.microsoft.com/office/drawing/2014/main" id="{07F3185C-27C4-0EEB-C136-A404C6CA3784}"/>
              </a:ext>
            </a:extLst>
          </p:cNvPr>
          <p:cNvSpPr txBox="1"/>
          <p:nvPr/>
        </p:nvSpPr>
        <p:spPr>
          <a:xfrm>
            <a:off x="533400" y="507682"/>
            <a:ext cx="116014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ASPECTS</a:t>
            </a:r>
          </a:p>
        </p:txBody>
      </p:sp>
      <p:sp>
        <p:nvSpPr>
          <p:cNvPr id="150" name="Google Shape;150;p16">
            <a:extLst>
              <a:ext uri="{FF2B5EF4-FFF2-40B4-BE49-F238E27FC236}">
                <a16:creationId xmlns:a16="http://schemas.microsoft.com/office/drawing/2014/main" id="{D7734CF5-E71D-7526-AFB9-DF81B17F7253}"/>
              </a:ext>
            </a:extLst>
          </p:cNvPr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 18">
            <a:extLst>
              <a:ext uri="{FF2B5EF4-FFF2-40B4-BE49-F238E27FC236}">
                <a16:creationId xmlns:a16="http://schemas.microsoft.com/office/drawing/2014/main" id="{D18A8BCA-C39A-99C9-899F-952A631428BA}"/>
              </a:ext>
            </a:extLst>
          </p:cNvPr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>
            <a:extLst>
              <a:ext uri="{FF2B5EF4-FFF2-40B4-BE49-F238E27FC236}">
                <a16:creationId xmlns:a16="http://schemas.microsoft.com/office/drawing/2014/main" id="{D19628B1-D7BD-4385-D5D1-0EA79D177CFB}"/>
              </a:ext>
            </a:extLst>
          </p:cNvPr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>
            <a:extLst>
              <a:ext uri="{FF2B5EF4-FFF2-40B4-BE49-F238E27FC236}">
                <a16:creationId xmlns:a16="http://schemas.microsoft.com/office/drawing/2014/main" id="{522C418F-666D-06D8-DF7A-7F6A84873A43}"/>
              </a:ext>
            </a:extLst>
          </p:cNvPr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D5D3184-B79C-5257-AE4B-EE24184E0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ADEE2C1-5694-3497-B5CA-E2C1DBC4E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1" y="1622162"/>
            <a:ext cx="8517635" cy="4499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Cloud Computing?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is a technology that provides computing resources such as servers, storage, databases, and software over the internet.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Google Drive stores your files online, allowing you to access them from different devices.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user sends a request through a device.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request travels through the internet to a cloud data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servers process the request and store or retrieve data.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is sent back to the user.</a:t>
            </a:r>
          </a:p>
        </p:txBody>
      </p:sp>
      <p:pic>
        <p:nvPicPr>
          <p:cNvPr id="9" name="Picture 8" descr="Cloud computing">
            <a:extLst>
              <a:ext uri="{FF2B5EF4-FFF2-40B4-BE49-F238E27FC236}">
                <a16:creationId xmlns:a16="http://schemas.microsoft.com/office/drawing/2014/main" id="{7B4D7D82-B719-633F-A7DB-B20867BB19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6648" y="2047874"/>
            <a:ext cx="2491680" cy="268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433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98F0E885-12AB-C4FD-4C29-0F61C071E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>
            <a:extLst>
              <a:ext uri="{FF2B5EF4-FFF2-40B4-BE49-F238E27FC236}">
                <a16:creationId xmlns:a16="http://schemas.microsoft.com/office/drawing/2014/main" id="{A7D02D26-F48C-BD11-A8F0-D65F2FF60D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565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>
            <a:extLst>
              <a:ext uri="{FF2B5EF4-FFF2-40B4-BE49-F238E27FC236}">
                <a16:creationId xmlns:a16="http://schemas.microsoft.com/office/drawing/2014/main" id="{1E1EAA63-F756-2BD7-51F1-4B9C3BBEAA1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>
            <a:extLst>
              <a:ext uri="{FF2B5EF4-FFF2-40B4-BE49-F238E27FC236}">
                <a16:creationId xmlns:a16="http://schemas.microsoft.com/office/drawing/2014/main" id="{83735E71-918C-621C-078E-4C62DFE778F1}"/>
              </a:ext>
            </a:extLst>
          </p:cNvPr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/>
          </a:p>
        </p:txBody>
      </p:sp>
      <p:sp>
        <p:nvSpPr>
          <p:cNvPr id="150" name="Google Shape;150;p16">
            <a:extLst>
              <a:ext uri="{FF2B5EF4-FFF2-40B4-BE49-F238E27FC236}">
                <a16:creationId xmlns:a16="http://schemas.microsoft.com/office/drawing/2014/main" id="{E9F493AA-773B-7ABB-5CD5-FB222D027BE0}"/>
              </a:ext>
            </a:extLst>
          </p:cNvPr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 18">
            <a:extLst>
              <a:ext uri="{FF2B5EF4-FFF2-40B4-BE49-F238E27FC236}">
                <a16:creationId xmlns:a16="http://schemas.microsoft.com/office/drawing/2014/main" id="{39A96F02-B1EC-BD6E-BDF0-D7827AD53F2F}"/>
              </a:ext>
            </a:extLst>
          </p:cNvPr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>
            <a:extLst>
              <a:ext uri="{FF2B5EF4-FFF2-40B4-BE49-F238E27FC236}">
                <a16:creationId xmlns:a16="http://schemas.microsoft.com/office/drawing/2014/main" id="{D24E2D1F-7CB4-7DAD-887B-E1BC97D98C0D}"/>
              </a:ext>
            </a:extLst>
          </p:cNvPr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>
            <a:extLst>
              <a:ext uri="{FF2B5EF4-FFF2-40B4-BE49-F238E27FC236}">
                <a16:creationId xmlns:a16="http://schemas.microsoft.com/office/drawing/2014/main" id="{E76C854D-0C02-98C9-BC04-FA2DB92665EA}"/>
              </a:ext>
            </a:extLst>
          </p:cNvPr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F0C5496-DD66-682B-43CD-9D11F2805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19B9DEF-1F75-EA0E-4701-7B833D8F7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1458472"/>
            <a:ext cx="8517635" cy="4659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Edge Computing?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processes data close to the device or location where it is generated, instead of sending all the data to a distant cloud server.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security camera detects a person locally and immediately triggers an alert.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such as sensors and cameras collect data.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nearby edge device or gateway processes the data.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produces an immediate response when required.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results can be sent to the cloud for long-term storage and analysis.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4A6110-FEF3-7628-956C-873D55A3057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10848" y="2286991"/>
            <a:ext cx="2657480" cy="272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081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88B84E98-A443-D543-D0BD-655A67CC3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>
            <a:extLst>
              <a:ext uri="{FF2B5EF4-FFF2-40B4-BE49-F238E27FC236}">
                <a16:creationId xmlns:a16="http://schemas.microsoft.com/office/drawing/2014/main" id="{AAE957DC-B81F-06E4-F7BA-5A16ED1BD37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565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>
            <a:extLst>
              <a:ext uri="{FF2B5EF4-FFF2-40B4-BE49-F238E27FC236}">
                <a16:creationId xmlns:a16="http://schemas.microsoft.com/office/drawing/2014/main" id="{1F2A4E2D-CB3E-DEE4-9867-5B23F09121C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>
            <a:extLst>
              <a:ext uri="{FF2B5EF4-FFF2-40B4-BE49-F238E27FC236}">
                <a16:creationId xmlns:a16="http://schemas.microsoft.com/office/drawing/2014/main" id="{A1F9708B-3645-4BF0-3352-91854B70EDF5}"/>
              </a:ext>
            </a:extLst>
          </p:cNvPr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/>
          </a:p>
        </p:txBody>
      </p:sp>
      <p:sp>
        <p:nvSpPr>
          <p:cNvPr id="149" name="Google Shape;149;p16">
            <a:extLst>
              <a:ext uri="{FF2B5EF4-FFF2-40B4-BE49-F238E27FC236}">
                <a16:creationId xmlns:a16="http://schemas.microsoft.com/office/drawing/2014/main" id="{F0BA8A38-4C48-9D59-53F2-21E75B8798A4}"/>
              </a:ext>
            </a:extLst>
          </p:cNvPr>
          <p:cNvSpPr txBox="1"/>
          <p:nvPr/>
        </p:nvSpPr>
        <p:spPr>
          <a:xfrm>
            <a:off x="533400" y="507682"/>
            <a:ext cx="116014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US" sz="2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16">
            <a:extLst>
              <a:ext uri="{FF2B5EF4-FFF2-40B4-BE49-F238E27FC236}">
                <a16:creationId xmlns:a16="http://schemas.microsoft.com/office/drawing/2014/main" id="{9FB51042-EC72-754B-7170-E215CB7A8662}"/>
              </a:ext>
            </a:extLst>
          </p:cNvPr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 18">
            <a:extLst>
              <a:ext uri="{FF2B5EF4-FFF2-40B4-BE49-F238E27FC236}">
                <a16:creationId xmlns:a16="http://schemas.microsoft.com/office/drawing/2014/main" id="{FA5C465E-7067-4DFE-9272-5C8DC3309291}"/>
              </a:ext>
            </a:extLst>
          </p:cNvPr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>
            <a:extLst>
              <a:ext uri="{FF2B5EF4-FFF2-40B4-BE49-F238E27FC236}">
                <a16:creationId xmlns:a16="http://schemas.microsoft.com/office/drawing/2014/main" id="{7145E6BA-C190-DB2B-40AC-18B4C8C9CB20}"/>
              </a:ext>
            </a:extLst>
          </p:cNvPr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>
            <a:extLst>
              <a:ext uri="{FF2B5EF4-FFF2-40B4-BE49-F238E27FC236}">
                <a16:creationId xmlns:a16="http://schemas.microsoft.com/office/drawing/2014/main" id="{02785FD1-751C-E981-733C-4D27748A9C87}"/>
              </a:ext>
            </a:extLst>
          </p:cNvPr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A49EACB-AB01-A04A-8A69-5C3D300A9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858831-9E41-3F38-26F0-ACF1892194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1367442"/>
            <a:ext cx="10323576" cy="528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182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2403771A-8A98-0678-7662-10AD79DDB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>
            <a:extLst>
              <a:ext uri="{FF2B5EF4-FFF2-40B4-BE49-F238E27FC236}">
                <a16:creationId xmlns:a16="http://schemas.microsoft.com/office/drawing/2014/main" id="{59DD1948-FAD5-87A3-FDCA-A521429EADF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565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>
            <a:extLst>
              <a:ext uri="{FF2B5EF4-FFF2-40B4-BE49-F238E27FC236}">
                <a16:creationId xmlns:a16="http://schemas.microsoft.com/office/drawing/2014/main" id="{C6FD918B-5168-7973-F548-B922C36DE22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>
            <a:extLst>
              <a:ext uri="{FF2B5EF4-FFF2-40B4-BE49-F238E27FC236}">
                <a16:creationId xmlns:a16="http://schemas.microsoft.com/office/drawing/2014/main" id="{2EAEFF35-7ABA-FE60-FE0A-17F9EC41DF4D}"/>
              </a:ext>
            </a:extLst>
          </p:cNvPr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/>
          </a:p>
        </p:txBody>
      </p:sp>
      <p:sp>
        <p:nvSpPr>
          <p:cNvPr id="149" name="Google Shape;149;p16">
            <a:extLst>
              <a:ext uri="{FF2B5EF4-FFF2-40B4-BE49-F238E27FC236}">
                <a16:creationId xmlns:a16="http://schemas.microsoft.com/office/drawing/2014/main" id="{0C29F8AA-AB52-F3B8-8926-9EA2776CB061}"/>
              </a:ext>
            </a:extLst>
          </p:cNvPr>
          <p:cNvSpPr txBox="1"/>
          <p:nvPr/>
        </p:nvSpPr>
        <p:spPr>
          <a:xfrm>
            <a:off x="533400" y="507682"/>
            <a:ext cx="116014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Use Case: Smart Traffic Management</a:t>
            </a:r>
            <a:endParaRPr lang="en-US" sz="28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16">
            <a:extLst>
              <a:ext uri="{FF2B5EF4-FFF2-40B4-BE49-F238E27FC236}">
                <a16:creationId xmlns:a16="http://schemas.microsoft.com/office/drawing/2014/main" id="{B91C2F71-3919-984B-FBCF-9F7B69112438}"/>
              </a:ext>
            </a:extLst>
          </p:cNvPr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 18">
            <a:extLst>
              <a:ext uri="{FF2B5EF4-FFF2-40B4-BE49-F238E27FC236}">
                <a16:creationId xmlns:a16="http://schemas.microsoft.com/office/drawing/2014/main" id="{194D6F2A-47CD-BFFE-9539-7B778C161F2E}"/>
              </a:ext>
            </a:extLst>
          </p:cNvPr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>
            <a:extLst>
              <a:ext uri="{FF2B5EF4-FFF2-40B4-BE49-F238E27FC236}">
                <a16:creationId xmlns:a16="http://schemas.microsoft.com/office/drawing/2014/main" id="{A9AD6960-B54B-5572-8557-99DB80255C9E}"/>
              </a:ext>
            </a:extLst>
          </p:cNvPr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>
            <a:extLst>
              <a:ext uri="{FF2B5EF4-FFF2-40B4-BE49-F238E27FC236}">
                <a16:creationId xmlns:a16="http://schemas.microsoft.com/office/drawing/2014/main" id="{506EFB10-6A3D-38C8-3BEE-AF4B7F4C6F4E}"/>
              </a:ext>
            </a:extLst>
          </p:cNvPr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AF7B926-ECFE-0B0C-51C2-26DC58ABE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598D0E9-E0EC-5F83-AD6A-DF632D34E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1" y="1518059"/>
            <a:ext cx="9834371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edge computing: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Cameras detect the number of vehicles near a traffic signal.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edge device processes the camera data locally.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traffic signal adjusts its timing quickly based on traffic conditions.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reduces delays caused by waiting for a remote cloud response.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cloud computing: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data from multiple intersections is sent to a central cloud platform.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cloud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traffic patterns across the entire city.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Authorities use reports to identify congested roads and plan better routes.</a:t>
            </a:r>
          </a:p>
        </p:txBody>
      </p:sp>
      <p:pic>
        <p:nvPicPr>
          <p:cNvPr id="5" name="Picture 4" descr="Reminder: FHWA Announces April Innovation Exchange Webinar: Smart Cities - Chattanooga's Plan for Smart Intersections">
            <a:extLst>
              <a:ext uri="{FF2B5EF4-FFF2-40B4-BE49-F238E27FC236}">
                <a16:creationId xmlns:a16="http://schemas.microsoft.com/office/drawing/2014/main" id="{880757F5-521C-0F37-B69E-373F39EFE7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4342" y="1295400"/>
            <a:ext cx="2830302" cy="208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771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329FA447-F631-4B03-B0D1-05B7FF4B7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>
            <a:extLst>
              <a:ext uri="{FF2B5EF4-FFF2-40B4-BE49-F238E27FC236}">
                <a16:creationId xmlns:a16="http://schemas.microsoft.com/office/drawing/2014/main" id="{577204C0-2B6A-2682-DCAA-84859F1764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565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>
            <a:extLst>
              <a:ext uri="{FF2B5EF4-FFF2-40B4-BE49-F238E27FC236}">
                <a16:creationId xmlns:a16="http://schemas.microsoft.com/office/drawing/2014/main" id="{31EA8AE9-3713-6BC2-6A33-99443683D27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>
            <a:extLst>
              <a:ext uri="{FF2B5EF4-FFF2-40B4-BE49-F238E27FC236}">
                <a16:creationId xmlns:a16="http://schemas.microsoft.com/office/drawing/2014/main" id="{2769803E-348C-8374-BCF9-E72484E699CE}"/>
              </a:ext>
            </a:extLst>
          </p:cNvPr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/>
          </a:p>
        </p:txBody>
      </p:sp>
      <p:sp>
        <p:nvSpPr>
          <p:cNvPr id="149" name="Google Shape;149;p16">
            <a:extLst>
              <a:ext uri="{FF2B5EF4-FFF2-40B4-BE49-F238E27FC236}">
                <a16:creationId xmlns:a16="http://schemas.microsoft.com/office/drawing/2014/main" id="{CB7B60C4-39C7-8066-1EB2-6A32ADB7CBF7}"/>
              </a:ext>
            </a:extLst>
          </p:cNvPr>
          <p:cNvSpPr txBox="1"/>
          <p:nvPr/>
        </p:nvSpPr>
        <p:spPr>
          <a:xfrm>
            <a:off x="533400" y="507682"/>
            <a:ext cx="116014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50" name="Google Shape;150;p16">
            <a:extLst>
              <a:ext uri="{FF2B5EF4-FFF2-40B4-BE49-F238E27FC236}">
                <a16:creationId xmlns:a16="http://schemas.microsoft.com/office/drawing/2014/main" id="{D4C4E7D2-F3B4-0B9A-04C1-4E394ADFC45B}"/>
              </a:ext>
            </a:extLst>
          </p:cNvPr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 18">
            <a:extLst>
              <a:ext uri="{FF2B5EF4-FFF2-40B4-BE49-F238E27FC236}">
                <a16:creationId xmlns:a16="http://schemas.microsoft.com/office/drawing/2014/main" id="{EEFB4741-BE0D-E4C4-2A5F-E9A30C8BD68A}"/>
              </a:ext>
            </a:extLst>
          </p:cNvPr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>
            <a:extLst>
              <a:ext uri="{FF2B5EF4-FFF2-40B4-BE49-F238E27FC236}">
                <a16:creationId xmlns:a16="http://schemas.microsoft.com/office/drawing/2014/main" id="{38592A17-7C13-6DC2-73BC-E6C46D6EE85A}"/>
              </a:ext>
            </a:extLst>
          </p:cNvPr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>
            <a:extLst>
              <a:ext uri="{FF2B5EF4-FFF2-40B4-BE49-F238E27FC236}">
                <a16:creationId xmlns:a16="http://schemas.microsoft.com/office/drawing/2014/main" id="{D07116EF-3CE8-04AA-9161-57ED29C33F60}"/>
              </a:ext>
            </a:extLst>
          </p:cNvPr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42F7C51-0E0C-F89B-E83D-3994E3DB5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4A9F1D4-F542-D30C-C25B-B957C7E6A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218" y="1509356"/>
            <a:ext cx="9834371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and cloud computing are both important technologies in modern computing.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edge computing when fast responses, low latency, and local processing are essential.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cloud computing when you need large-scale storage, powerful computing resources, and centralized data analysis.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both when a system needs immediate local decisions as well as long-term, large-scale analysis.</a:t>
            </a:r>
          </a:p>
        </p:txBody>
      </p:sp>
    </p:spTree>
    <p:extLst>
      <p:ext uri="{BB962C8B-B14F-4D97-AF65-F5344CB8AC3E}">
        <p14:creationId xmlns:p14="http://schemas.microsoft.com/office/powerpoint/2010/main" val="1956334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46AF9-FA06-D291-37EF-D6D8142F8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AAF6796-7709-86D9-FA97-582BCAE23894}"/>
              </a:ext>
            </a:extLst>
          </p:cNvPr>
          <p:cNvSpPr txBox="1"/>
          <p:nvPr/>
        </p:nvSpPr>
        <p:spPr>
          <a:xfrm>
            <a:off x="499001" y="2156541"/>
            <a:ext cx="11748895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1"/>
              </a:buClr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Professional Thank You Images – Browse 115,867 Stock Photos ...">
            <a:extLst>
              <a:ext uri="{FF2B5EF4-FFF2-40B4-BE49-F238E27FC236}">
                <a16:creationId xmlns:a16="http://schemas.microsoft.com/office/drawing/2014/main" id="{31DA9056-28F3-6970-9018-B8B5500C5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45567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513</TotalTime>
  <Words>434</Words>
  <Application>Microsoft Office PowerPoint</Application>
  <PresentationFormat>Widescreen</PresentationFormat>
  <Paragraphs>49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Times New Roman</vt:lpstr>
      <vt:lpstr>Calibri</vt:lpstr>
      <vt:lpstr>Wingdings 3</vt:lpstr>
      <vt:lpstr>Wingdings</vt:lpstr>
      <vt:lpstr>Arial</vt:lpstr>
      <vt:lpstr>Tw Cen MT</vt:lpstr>
      <vt:lpstr>Tw Cen MT Condensed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kaveti vamsi siva</dc:creator>
  <cp:lastModifiedBy>sktaheer697@gmail.com</cp:lastModifiedBy>
  <cp:revision>5</cp:revision>
  <dcterms:modified xsi:type="dcterms:W3CDTF">2026-10-15T03:54:40Z</dcterms:modified>
</cp:coreProperties>
</file>